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305" r:id="rId12"/>
    <p:sldId id="306" r:id="rId13"/>
    <p:sldId id="300" r:id="rId14"/>
    <p:sldId id="302" r:id="rId15"/>
    <p:sldId id="30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A9B46"/>
    <a:srgbClr val="18AD4A"/>
    <a:srgbClr val="081271"/>
    <a:srgbClr val="FFFB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07E216-FF70-2B66-D446-8AF6B921A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8E699-0BFA-7ED0-E036-13061879A3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33AC-344F-40AF-9E99-79D0BF1BA13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889DF-AB4B-4A37-9579-FEAE0F1476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Speech Processing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AFFD3-30EC-F4A9-0025-921B610F2C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E13A14-01DD-4442-9BD4-9CC7EED32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975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2E8E5-BD41-4FE3-96D2-635440A77753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Speech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9347C-ECC5-466E-9761-F92650021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802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576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6436E-7161-BF7B-5432-3DA31D0D5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FF637-4BED-E82C-E4B9-38D3C4D63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E9FD0-BD20-4D5B-80EA-257722AE8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1FB6E-1520-C5E4-5FED-A088E283FA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0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936D3-2FD8-3244-24C0-1E6FF1BB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E3104-3E73-24FC-1070-CEE125B95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EEDE2-4FC9-1B7C-AFC2-7F1215AE2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9B0B1-9606-2596-82B3-9D9E089DB4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320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CD6A0-AD2F-FAC8-D2E7-D6195DEA2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BE069-C7FB-511E-68B5-CCD360B67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199F2-933D-8F7B-93C5-04F73F94F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58E05-5B06-5EE2-88D8-FF8B4E4EA2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683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30988-B331-DCF5-D4C6-FACC42657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D228F-15D7-CAC8-EF9E-82A63C14C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B8EE4-EAE1-3B22-0483-4466A6C6D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E87F5-E567-B116-2483-3B7BD10EFF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722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981B0-3C7C-E594-8A9F-1E5DCB2DE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CB180A-42E0-985D-8274-39534FD5D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36E5EF-B972-F162-F033-5B514B69A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BC95B-0F17-313B-DD62-E4CD302176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79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2A405-697C-96BB-D845-46B140D16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F368C-4F7A-B19B-5C1E-6EF638564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1DFF4-DBF5-8DC0-0CD3-7A4F8ACAD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7CE2D-F093-562F-1C4F-E91738078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213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16E95-A2A0-D0F0-177A-6650B8896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D32F4-3A31-37D6-0BA6-03785B7D2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7F1B8-853B-A0EC-F47A-5D403AEC0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F5D5C-7045-76CD-2907-958A24B84C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415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2FE74-3F49-99F0-6102-0744B8143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1B62B-F768-76D7-5459-A708C6E90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F6D5FB-3495-5ADA-098C-41946CE6F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197AF-3D91-785B-AD2C-FACE6D668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677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90771-FB7B-7980-F441-8ADFD1861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35393-10B1-DF78-115D-171B85B69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83DA9-AA12-E1CD-5C53-192D7F4AF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4A967-6B15-B3B0-3B3D-D70A9DB277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26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CCB84-BFD4-25AF-457E-A38ECFBDD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F95D4-B188-CA45-82A4-80125A723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39D4C-7DE4-15F4-A113-F7E2253D0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79DE1-A56B-028A-8ED2-DCCFF58C37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4861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52E8C-9D33-D3D6-0149-3548C17F2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DD26F-5A3A-1FDE-EB2E-E950A9640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AF930-D629-6A23-0ABE-C12A66FB2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940FF-4496-78DF-DCBD-73B32E7C2E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904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CCC0-7556-5CFB-65BD-794FF43B3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C6E04-0233-F0BA-C454-C5C5BB653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12727-CEE8-AE50-32ED-AB401A5F3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1579D-5D4D-0598-8DDA-1B3A148249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445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0CD1-5242-F8A1-DAF1-8B8C64370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798D2-118B-6F3A-A60A-B5C583D43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6D578-2725-19C6-B31D-086587F07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E9F94-EB0F-3154-1F9D-994A67F53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731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00CF5-43D6-73B7-692C-8A9A53943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6AE69-FA85-0A53-CBB3-F66C5E0E1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D2D4D-D460-2402-A7BA-2420F03A5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0F52D-F66E-D591-3251-AA3C50A3EC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577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2F458-B665-432D-ACF1-3C56F813001B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733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C15BD-94E4-4067-8A33-3C6EC4BD0B33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50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34687-F519-4EB7-A5A2-8F32F570280C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776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FD66B-7BF9-457E-8F34-7A62FFE4EC1F}" type="datetime1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612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7592-1B5F-45CD-B707-8D5A5E58EE31}" type="datetime1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863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BBB8-8A7F-45A3-83C4-4C9477351CC6}" type="datetime1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077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5D1B-80AA-466C-8316-5AE450E66A39}" type="datetime1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563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7488-929A-4615-A557-C0AD33B297D1}" type="datetime1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52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CACE-EBE9-4116-B81B-E040F2D3F20E}" type="datetime1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2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F764-0E37-4886-B1E5-DFBF599A6490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016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FEB4-F282-4F07-B60D-731E94E7D45B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04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4EDEC-E80A-4952-9B8F-BFE95EE7B0BE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764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Google Shape;91;p1"/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itle 3"/>
          <p:cNvSpPr txBox="1">
            <a:spLocks/>
          </p:cNvSpPr>
          <p:nvPr/>
        </p:nvSpPr>
        <p:spPr>
          <a:xfrm>
            <a:off x="609598" y="2872601"/>
            <a:ext cx="10972800" cy="10441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935319" y="236845"/>
            <a:ext cx="79995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 Mid semester project review– </a:t>
            </a:r>
            <a:r>
              <a:rPr lang="en-US" sz="2400" b="1" dirty="0">
                <a:solidFill>
                  <a:srgbClr val="7030A0"/>
                </a:solidFill>
              </a:rPr>
              <a:t>August 2026</a:t>
            </a:r>
          </a:p>
          <a:p>
            <a:pPr algn="ctr"/>
            <a:r>
              <a:rPr lang="it-IT" sz="2400" b="1" dirty="0"/>
              <a:t>22AIE450 Speech Processing</a:t>
            </a:r>
            <a:endParaRPr lang="en-IN" sz="2400" b="1" dirty="0">
              <a:solidFill>
                <a:srgbClr val="7030A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077095" y="5597101"/>
            <a:ext cx="26362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the Presentation: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>
          <a:xfrm>
            <a:off x="10804848" y="6356350"/>
            <a:ext cx="548951" cy="365125"/>
          </a:xfrm>
        </p:spPr>
        <p:txBody>
          <a:bodyPr/>
          <a:lstStyle/>
          <a:p>
            <a:fld id="{C2216105-7B7A-4C42-B2A1-5E9A2FA4F8FD}" type="slidenum">
              <a:rPr lang="en-IN" smtClean="0"/>
              <a:t>1</a:t>
            </a:fld>
            <a:endParaRPr lang="en-IN" dirty="0"/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005F616E-0E20-490C-B7A2-141A2087D28E}"/>
              </a:ext>
            </a:extLst>
          </p:cNvPr>
          <p:cNvSpPr txBox="1">
            <a:spLocks/>
          </p:cNvSpPr>
          <p:nvPr/>
        </p:nvSpPr>
        <p:spPr>
          <a:xfrm>
            <a:off x="597918" y="3817890"/>
            <a:ext cx="10972800" cy="6544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Team Members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E0480C-236D-3A2D-ABFD-ACE4E92B6129}"/>
              </a:ext>
            </a:extLst>
          </p:cNvPr>
          <p:cNvSpPr/>
          <p:nvPr/>
        </p:nvSpPr>
        <p:spPr>
          <a:xfrm>
            <a:off x="150810" y="5675807"/>
            <a:ext cx="28543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and Group Number: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55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Outline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1216E-5ED7-1FE1-7D7A-199E3471B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23D1B-3B02-2762-5BA1-052E75565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84365C9-E666-36EE-4DB1-04791BFC26FB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4D89FC00-7640-2DC1-0BAF-6A1DC613CF6B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70CA935-25F2-6478-C664-35BFDF7E813C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804C7A-5A65-0B7B-02CE-9C44C0E40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Introduction and Motivation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7A161-C87E-7A78-C77B-8E4D712DD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B6D94B3-8D6F-6862-5C85-C28EA1FE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9777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5E2F-193E-A33F-3978-CA3192402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545AD15-92E9-732C-9417-BBAC2D68BE74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56B45FA5-C0D8-B29D-EFB7-2D75F15CFEFA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FD2757-A6CE-CA75-DF5E-7D2CFCE7BD90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7E42682-E931-9114-270A-3AFF08BD3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Problem Definition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FE269-B593-74FF-FAD2-DDFE92170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4CCA1BA-4669-3A76-135A-A66F2531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1704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23C0-4464-42F8-4503-DBAD8BADD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FE4153C-C4D3-1A1A-C5AD-0EDABAF376BB}"/>
              </a:ext>
            </a:extLst>
          </p:cNvPr>
          <p:cNvSpPr/>
          <p:nvPr/>
        </p:nvSpPr>
        <p:spPr>
          <a:xfrm>
            <a:off x="335901" y="9714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5CFA44B1-8C8E-AC41-316C-676C93A1F38C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A0188E-C3F1-A9BB-3116-3A2D18BFFABF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B8970FD-F4A1-4859-B09E-FB033B7D6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Literature Review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B9C805-DFC9-8B4B-7DF7-D8EA18709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1040983"/>
              </p:ext>
            </p:extLst>
          </p:nvPr>
        </p:nvGraphicFramePr>
        <p:xfrm>
          <a:off x="838200" y="1825625"/>
          <a:ext cx="10843727" cy="12852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77416">
                  <a:extLst>
                    <a:ext uri="{9D8B030D-6E8A-4147-A177-3AD203B41FA5}">
                      <a16:colId xmlns:a16="http://schemas.microsoft.com/office/drawing/2014/main" val="2534347977"/>
                    </a:ext>
                  </a:extLst>
                </a:gridCol>
                <a:gridCol w="2528596">
                  <a:extLst>
                    <a:ext uri="{9D8B030D-6E8A-4147-A177-3AD203B41FA5}">
                      <a16:colId xmlns:a16="http://schemas.microsoft.com/office/drawing/2014/main" val="855015612"/>
                    </a:ext>
                  </a:extLst>
                </a:gridCol>
                <a:gridCol w="1636797">
                  <a:extLst>
                    <a:ext uri="{9D8B030D-6E8A-4147-A177-3AD203B41FA5}">
                      <a16:colId xmlns:a16="http://schemas.microsoft.com/office/drawing/2014/main" val="3316117077"/>
                    </a:ext>
                  </a:extLst>
                </a:gridCol>
                <a:gridCol w="2170093">
                  <a:extLst>
                    <a:ext uri="{9D8B030D-6E8A-4147-A177-3AD203B41FA5}">
                      <a16:colId xmlns:a16="http://schemas.microsoft.com/office/drawing/2014/main" val="4134915541"/>
                    </a:ext>
                  </a:extLst>
                </a:gridCol>
                <a:gridCol w="2255308">
                  <a:extLst>
                    <a:ext uri="{9D8B030D-6E8A-4147-A177-3AD203B41FA5}">
                      <a16:colId xmlns:a16="http://schemas.microsoft.com/office/drawing/2014/main" val="2475400392"/>
                    </a:ext>
                  </a:extLst>
                </a:gridCol>
                <a:gridCol w="1775517">
                  <a:extLst>
                    <a:ext uri="{9D8B030D-6E8A-4147-A177-3AD203B41FA5}">
                      <a16:colId xmlns:a16="http://schemas.microsoft.com/office/drawing/2014/main" val="1299346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Sl</a:t>
                      </a:r>
                      <a:r>
                        <a:rPr lang="en-IN" dirty="0"/>
                        <a:t>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Title and year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Journal/ conference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086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369414"/>
                  </a:ext>
                </a:extLst>
              </a:tr>
            </a:tbl>
          </a:graphicData>
        </a:graphic>
      </p:graphicFrame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460085C-4735-997A-440D-48D4BF46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497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CA949-825D-63D7-CE6F-2C0C2BE26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D361BF-60CB-A29B-BC0E-C180A96D459C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21145337-310C-B3D7-16AF-7230B4FFAAFE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B1533E-5A65-3CD8-558D-FCBFFB25997D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798CBB9-B283-492D-9948-605C8D31C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Gaps Identified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5D657-CE4C-8DEC-6D94-9F0BC6D8F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EB3C4DF-2454-49D2-6F52-CCEC8DF9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616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FDF4E-C8C2-CD64-4FA4-F79AF859F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04039C4-713E-5507-F8E3-5B60ED3B2EA7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A749B603-B658-813C-5757-7CF34A95EDD1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EE7B70-FD0B-520D-5B79-69C9FDB23110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3F146E9-85F8-DDB8-6C1A-9FFA40E83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Objectives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8402D-8798-A75B-EA2B-3C2952FD8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1FACB82-F53B-1D1D-2F0F-EE312F9F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5837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58644-8868-F5B7-976D-4FD467F57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37E3B46-FCBC-F2DE-B6C9-729A018DF372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9549DA16-3E7D-718D-4503-D7B1FE3C93C8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EFEA5E-792F-C5D7-A1FC-1478B8FBC8BD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637594-A5F4-04BB-A078-B632BE6F4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Methodology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38800-24D9-4F05-EA04-5C875AFD0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E646F32-071B-DCD0-8A7F-A1EAB4A2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9591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A7BA1-2D3F-CBF5-3283-B58419CEE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DB118F1-5011-A297-C107-1DE5F9D6A1F4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F458056F-7DE4-805F-9FB6-69C95AE90453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CE07F8-E24C-FA5A-7EE6-59693EC4FE00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224B9AC-70A1-80E0-22B8-64D37BC70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Dataset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676D6-3EAC-F431-960A-F84B4D496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AB7C2FA-097C-CF4B-B19E-0C400E88D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749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B5D5-E538-6EAD-DBBF-7D6AB3394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ACC2E4E-BF37-B94F-1EE1-DE028BA56A77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0D3E989A-D8A7-8B9E-77DB-1DEA27415E70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327B57-619E-223C-0549-247D163FC982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FFE79A-59E9-BF22-968D-B970BA583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-201435"/>
            <a:ext cx="10515600" cy="1325563"/>
          </a:xfrm>
        </p:spPr>
        <p:txBody>
          <a:bodyPr>
            <a:normAutofit/>
          </a:bodyPr>
          <a:lstStyle/>
          <a:p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Preliminary 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38E73-C293-323C-82A1-410D59262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3ECEB24-037D-480E-BEF3-B3BC1464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778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89B3-0AC1-5F52-E096-BD003D76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1F72107-6428-FBDB-6F2C-7FBFD9CA0434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EED6AF64-D2C2-CFB1-A34D-E86A88546498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ADAE92-4334-30CF-A6D8-858502055ABC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5548835-4273-B718-93B0-8DBB45552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-201435"/>
            <a:ext cx="10515600" cy="1325563"/>
          </a:xfrm>
        </p:spPr>
        <p:txBody>
          <a:bodyPr>
            <a:normAutofit/>
          </a:bodyPr>
          <a:lstStyle/>
          <a:p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Preliminary 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3217A-3C1B-A4BA-438B-B419170C6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15E0039-7212-15DF-9782-04DF472BE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294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71526-2B57-345B-9988-73C52DE5B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D2005DA-011E-14F6-D275-FB7626337CBD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62F564F3-F59D-00CB-AB44-AAF4791DB0DF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F8A5A9-76DB-16DA-D167-9652E55CB94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B01B822-E4BB-F383-A6FB-FAC13CC01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Interim Summary/Conclusion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B961A-643B-4D5D-965F-E46733235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FDF9863-C6EA-77F7-3286-501B5614C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726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6F314-BA7C-F9EA-2887-1AD6B6BD6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9804D83-BC91-7248-A4E8-DEA59425EFDB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A5BAAEE0-CE27-E262-E47C-09A2764B7692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5FB856C-0EFB-9D17-B4BD-1F7CAAAE933C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B514DF7-0C81-0D1E-9C3F-24BBC3CF5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Completion plan for the next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C8974-D57C-3FAA-07C0-CAD8C2DED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D6C57ED-5F3F-F988-5159-7DE3C351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096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56FC5-0E3C-A6B8-635B-1F7B49A6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FDB453B-3A22-52C1-24DB-5B74E4377552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D6B723E1-B797-DB6E-6D5C-2DDEBD4A1AC5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04B0AC-25BB-0D89-3565-833F799E5A67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DDBAFA9-C5E4-4F84-A13B-188A3AEF1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1D3B1-7942-40A3-F6DB-34AEA5D46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92827C7-83E9-7058-AC38-12B102F2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092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B8A55-5635-8705-2ED7-B5A24A0E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928AD1B-6B1F-5ED7-E4CA-9F0C9B52AE56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76FD4A37-93A4-8FCC-DBB9-62D9FAFC783A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FEDEC-E8DE-DA64-2F5D-41CE15570E0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01B5F-205B-C641-7ED1-D909C7B4C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3657600" lvl="8" indent="0">
              <a:buNone/>
            </a:pPr>
            <a:r>
              <a:rPr lang="en-IN" sz="5400" dirty="0"/>
              <a:t>Thank you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103796E-86B2-8297-B180-43B97BCCA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455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189</Words>
  <Application>Microsoft Office PowerPoint</Application>
  <PresentationFormat>Widescreen</PresentationFormat>
  <Paragraphs>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Outline </vt:lpstr>
      <vt:lpstr>Introduction and Motivation </vt:lpstr>
      <vt:lpstr>Problem Definition </vt:lpstr>
      <vt:lpstr>Literature Review </vt:lpstr>
      <vt:lpstr>Gaps Identified </vt:lpstr>
      <vt:lpstr>Objectives </vt:lpstr>
      <vt:lpstr>Methodology </vt:lpstr>
      <vt:lpstr>Dataset Description</vt:lpstr>
      <vt:lpstr> Preliminary Results and Discussion</vt:lpstr>
      <vt:lpstr> Preliminary Results and Discussion</vt:lpstr>
      <vt:lpstr>Interim Summary/Conclusion</vt:lpstr>
      <vt:lpstr>Completion plan for the next phase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Jyothish Lal G - [CEN} Amrita Vishwa Vidyapeetham.</cp:lastModifiedBy>
  <cp:revision>45</cp:revision>
  <dcterms:created xsi:type="dcterms:W3CDTF">2023-07-03T07:55:31Z</dcterms:created>
  <dcterms:modified xsi:type="dcterms:W3CDTF">2026-07-28T09:22:06Z</dcterms:modified>
</cp:coreProperties>
</file>